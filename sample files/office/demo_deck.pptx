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Assistant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Mixed-format ingestion</a:t>
            </a:r>
          </a:p>
          <a:p>
            <a:r>
              <a:t>Semantic retrieval</a:t>
            </a:r>
          </a:p>
          <a:p>
            <a:r>
              <a:t>Source citations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Loader -&gt; Splitter -&gt; Embeddings -&gt; Vector Store -&gt; Retriever -&gt; Answer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